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2927850" y="0"/>
            <a:ext cx="3288300" cy="69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3006000" y="148950"/>
            <a:ext cx="31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Home/Navigation Bar</a:t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128675" y="1129750"/>
            <a:ext cx="1892100" cy="56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183725" y="1209850"/>
            <a:ext cx="178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us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(submenu)</a:t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2544150" y="1129725"/>
            <a:ext cx="1892100" cy="56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7182150" y="2149863"/>
            <a:ext cx="1892100" cy="56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" name="Google Shape;60;p13"/>
          <p:cNvCxnSpPr/>
          <p:nvPr/>
        </p:nvCxnSpPr>
        <p:spPr>
          <a:xfrm>
            <a:off x="8128200" y="1670988"/>
            <a:ext cx="0" cy="53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" name="Google Shape;61;p13"/>
          <p:cNvSpPr txBox="1"/>
          <p:nvPr/>
        </p:nvSpPr>
        <p:spPr>
          <a:xfrm>
            <a:off x="7269450" y="2142163"/>
            <a:ext cx="1717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(submenu)</a:t>
            </a:r>
            <a:endParaRPr/>
          </a:p>
        </p:txBody>
      </p:sp>
      <p:sp>
        <p:nvSpPr>
          <p:cNvPr id="62" name="Google Shape;62;p13"/>
          <p:cNvSpPr/>
          <p:nvPr/>
        </p:nvSpPr>
        <p:spPr>
          <a:xfrm>
            <a:off x="7182150" y="3209800"/>
            <a:ext cx="1892100" cy="56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3"/>
          <p:cNvSpPr txBox="1"/>
          <p:nvPr/>
        </p:nvSpPr>
        <p:spPr>
          <a:xfrm>
            <a:off x="7269450" y="3260650"/>
            <a:ext cx="1717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(submenu)</a:t>
            </a:r>
            <a:endParaRPr/>
          </a:p>
        </p:txBody>
      </p:sp>
      <p:cxnSp>
        <p:nvCxnSpPr>
          <p:cNvPr id="64" name="Google Shape;64;p13"/>
          <p:cNvCxnSpPr/>
          <p:nvPr/>
        </p:nvCxnSpPr>
        <p:spPr>
          <a:xfrm>
            <a:off x="8128200" y="2668875"/>
            <a:ext cx="0" cy="53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" name="Google Shape;65;p13"/>
          <p:cNvSpPr txBox="1"/>
          <p:nvPr/>
        </p:nvSpPr>
        <p:spPr>
          <a:xfrm>
            <a:off x="2544150" y="1203200"/>
            <a:ext cx="171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Streams</a:t>
            </a:r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4931025" y="1123100"/>
            <a:ext cx="1892100" cy="56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3"/>
          <p:cNvSpPr txBox="1"/>
          <p:nvPr/>
        </p:nvSpPr>
        <p:spPr>
          <a:xfrm>
            <a:off x="4959613" y="1230775"/>
            <a:ext cx="171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News </a:t>
            </a:r>
            <a:endParaRPr/>
          </a:p>
        </p:txBody>
      </p:sp>
      <p:sp>
        <p:nvSpPr>
          <p:cNvPr id="68" name="Google Shape;68;p13"/>
          <p:cNvSpPr/>
          <p:nvPr/>
        </p:nvSpPr>
        <p:spPr>
          <a:xfrm>
            <a:off x="7182150" y="1129750"/>
            <a:ext cx="1892100" cy="56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3"/>
          <p:cNvSpPr txBox="1"/>
          <p:nvPr/>
        </p:nvSpPr>
        <p:spPr>
          <a:xfrm>
            <a:off x="7296900" y="1183125"/>
            <a:ext cx="1662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Tournaments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(submenu)</a:t>
            </a:r>
            <a:endParaRPr/>
          </a:p>
        </p:txBody>
      </p:sp>
      <p:cxnSp>
        <p:nvCxnSpPr>
          <p:cNvPr id="70" name="Google Shape;70;p13"/>
          <p:cNvCxnSpPr/>
          <p:nvPr/>
        </p:nvCxnSpPr>
        <p:spPr>
          <a:xfrm flipH="1">
            <a:off x="982750" y="830375"/>
            <a:ext cx="35913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" name="Google Shape;71;p13"/>
          <p:cNvCxnSpPr/>
          <p:nvPr/>
        </p:nvCxnSpPr>
        <p:spPr>
          <a:xfrm>
            <a:off x="4574050" y="830375"/>
            <a:ext cx="35820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" name="Google Shape;72;p13"/>
          <p:cNvCxnSpPr>
            <a:stCxn id="54" idx="2"/>
          </p:cNvCxnSpPr>
          <p:nvPr/>
        </p:nvCxnSpPr>
        <p:spPr>
          <a:xfrm>
            <a:off x="4572000" y="698100"/>
            <a:ext cx="2100" cy="14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" name="Google Shape;73;p13"/>
          <p:cNvCxnSpPr/>
          <p:nvPr/>
        </p:nvCxnSpPr>
        <p:spPr>
          <a:xfrm>
            <a:off x="1005700" y="865313"/>
            <a:ext cx="0" cy="23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" name="Google Shape;74;p13"/>
          <p:cNvCxnSpPr/>
          <p:nvPr/>
        </p:nvCxnSpPr>
        <p:spPr>
          <a:xfrm>
            <a:off x="3325725" y="865300"/>
            <a:ext cx="0" cy="23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" name="Google Shape;75;p13"/>
          <p:cNvCxnSpPr/>
          <p:nvPr/>
        </p:nvCxnSpPr>
        <p:spPr>
          <a:xfrm>
            <a:off x="5818375" y="861975"/>
            <a:ext cx="0" cy="23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" name="Google Shape;76;p13"/>
          <p:cNvCxnSpPr/>
          <p:nvPr/>
        </p:nvCxnSpPr>
        <p:spPr>
          <a:xfrm>
            <a:off x="8128200" y="861963"/>
            <a:ext cx="0" cy="23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" name="Google Shape;77;p13"/>
          <p:cNvSpPr/>
          <p:nvPr/>
        </p:nvSpPr>
        <p:spPr>
          <a:xfrm>
            <a:off x="128675" y="2188575"/>
            <a:ext cx="1892100" cy="560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8" name="Google Shape;78;p13"/>
          <p:cNvCxnSpPr/>
          <p:nvPr/>
        </p:nvCxnSpPr>
        <p:spPr>
          <a:xfrm>
            <a:off x="1019625" y="1671000"/>
            <a:ext cx="0" cy="53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" name="Google Shape;79;p13"/>
          <p:cNvSpPr txBox="1"/>
          <p:nvPr/>
        </p:nvSpPr>
        <p:spPr>
          <a:xfrm>
            <a:off x="165325" y="2231900"/>
            <a:ext cx="178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Contact Form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(submenu)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